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10972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1A2F0A"/>
          </a:solidFill>
          <a:ln w="12700">
            <a:solidFill>
              <a:srgbClr val="2A45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Hackathon Abril 2026 — La Crypta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 identidad,</a:t>
            </a:r>
            <a:endParaRPr lang="en-US" sz="5200" dirty="0"/>
          </a:p>
          <a:p>
            <a:pPr algn="ctr"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mata a los scammers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Muerte a los come empanadas 💀🥟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Nostr Identity Hub — Perfiles verificables con badges de reputación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Lo0ker-Noma  ·  github.com/Lo0ker-Noma/nostr-identity-hub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21792"/>
            <a:ext cx="9144000" cy="18288"/>
          </a:xfrm>
          <a:prstGeom prst="rect">
            <a:avLst/>
          </a:prstGeom>
          <a:solidFill>
            <a:srgbClr val="B4F95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Problema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65760" y="1005840"/>
            <a:ext cx="4023360" cy="3474720"/>
          </a:xfrm>
          <a:prstGeom prst="roundRect">
            <a:avLst>
              <a:gd name="adj" fmla="val 3947"/>
            </a:avLst>
          </a:prstGeom>
          <a:solidFill>
            <a:srgbClr val="171717"/>
          </a:solidFill>
          <a:ln w="19050">
            <a:solidFill>
              <a:srgbClr val="FF4D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Caso Real: Suplantación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Alguien se hizo pasar por El Negro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22128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Cambió el nombre levemente para estafar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25968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Intentó vender productos falsos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29809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Sin forma de verificar legitimidad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3649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Miembros nuevos fácilmente engañados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3749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Los come empanadas andan sueltos 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1005840"/>
            <a:ext cx="4023360" cy="3474720"/>
          </a:xfrm>
          <a:prstGeom prst="roundRect">
            <a:avLst>
              <a:gd name="adj" fmla="val 3947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🤔 Para Miembros Nuevos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¿Quién realmente aporta valor?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22128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¿Quién es legítimo y quién es falso?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25968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¿En quién puedo confiar para aprender?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29809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Sin forma de verificar miembros activos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33649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Estafadores y espías se camuflan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0" y="3749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No existe sistema de reputación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21792"/>
            <a:ext cx="9144000" cy="18288"/>
          </a:xfrm>
          <a:prstGeom prst="rect">
            <a:avLst/>
          </a:prstGeom>
          <a:solidFill>
            <a:srgbClr val="B4F95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Solución: Nostr Identity Hub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65760" y="100584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1280160"/>
            <a:ext cx="640080" cy="640080"/>
          </a:xfrm>
          <a:prstGeom prst="ellipse">
            <a:avLst/>
          </a:prstGeom>
          <a:solidFill>
            <a:srgbClr val="1A2F0A"/>
          </a:solidFill>
          <a:ln w="12700">
            <a:solidFill>
              <a:srgbClr val="2A45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🔑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864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NIP-05 Identidad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satoshi@lacrypta.ar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Pubkey verificada por DNS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291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Dirección legible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100584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51960" y="1280160"/>
            <a:ext cx="640080" cy="640080"/>
          </a:xfrm>
          <a:prstGeom prst="ellipse">
            <a:avLst/>
          </a:prstGeom>
          <a:solidFill>
            <a:srgbClr val="1A2F0A"/>
          </a:solidFill>
          <a:ln w="12700">
            <a:solidFill>
              <a:srgbClr val="2A45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519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🏅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42900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NIP-58 Badges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044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Prueba de asistencia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2044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Badge de speaker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20440" y="3291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Badge de contribuidor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20440" y="3657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Verificación de donante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100584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0" y="1280160"/>
            <a:ext cx="640080" cy="640080"/>
          </a:xfrm>
          <a:prstGeom prst="ellipse">
            <a:avLst/>
          </a:prstGeom>
          <a:solidFill>
            <a:srgbClr val="1A2F0A"/>
          </a:solidFill>
          <a:ln w="12700">
            <a:solidFill>
              <a:srgbClr val="2A451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30936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de Reputación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0080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Puntuación ponderada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29260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Público en relays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3291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Verificable por todos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21792"/>
            <a:ext cx="9144000" cy="18288"/>
          </a:xfrm>
          <a:prstGeom prst="rect">
            <a:avLst/>
          </a:prstGeom>
          <a:solidFill>
            <a:srgbClr val="B4F95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Funciona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274320" y="137160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1645920"/>
            <a:ext cx="548640" cy="548640"/>
          </a:xfrm>
          <a:prstGeom prst="ellipse">
            <a:avLst/>
          </a:prstGeom>
          <a:solidFill>
            <a:srgbClr val="B4F953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576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Perfil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Registrate con tu pubkey Nostr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40280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2514600" y="137160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1645920"/>
            <a:ext cx="548640" cy="548640"/>
          </a:xfrm>
          <a:prstGeom prst="ellipse">
            <a:avLst/>
          </a:prstGeom>
          <a:solidFill>
            <a:srgbClr val="B4F953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60604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Verificar NIP-05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0604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Verificación de identidad DNS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80560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4754880" y="137160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40680" y="1645920"/>
            <a:ext cx="548640" cy="548640"/>
          </a:xfrm>
          <a:prstGeom prst="ellipse">
            <a:avLst/>
          </a:prstGeom>
          <a:solidFill>
            <a:srgbClr val="B4F953"/>
          </a:solidFill>
          <a:ln/>
        </p:spPr>
      </p:sp>
      <p:sp>
        <p:nvSpPr>
          <p:cNvPr id="36" name="Text 34"/>
          <p:cNvSpPr/>
          <p:nvPr/>
        </p:nvSpPr>
        <p:spPr>
          <a:xfrm>
            <a:off x="54406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84632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Ganar Badges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Asistí a eventos, contribuí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20840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6995160" y="137160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645920"/>
            <a:ext cx="548640" cy="548640"/>
          </a:xfrm>
          <a:prstGeom prst="ellipse">
            <a:avLst/>
          </a:prstGeom>
          <a:solidFill>
            <a:srgbClr val="B4F953"/>
          </a:solidFill>
          <a:ln/>
        </p:spPr>
      </p:sp>
      <p:sp>
        <p:nvSpPr>
          <p:cNvPr id="42" name="Text 40"/>
          <p:cNvSpPr/>
          <p:nvPr/>
        </p:nvSpPr>
        <p:spPr>
          <a:xfrm>
            <a:off x="76809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08660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Reputación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8660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público verificable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la verificación es pública y está almacenada en relays Nostr — trustless por diseño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21792"/>
            <a:ext cx="9144000" cy="18288"/>
          </a:xfrm>
          <a:prstGeom prst="rect">
            <a:avLst/>
          </a:prstGeom>
          <a:solidFill>
            <a:srgbClr val="B4F95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Badges de Reputación (NIP-58)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65760" y="10058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1234440"/>
            <a:ext cx="548640" cy="548640"/>
          </a:xfrm>
          <a:prstGeom prst="ellipse">
            <a:avLst/>
          </a:prstGeom>
          <a:solidFill>
            <a:srgbClr val="1A2F0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8016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Asistente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Asistió a eventos de La Crypta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10058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29000" y="1234440"/>
            <a:ext cx="548640" cy="548640"/>
          </a:xfrm>
          <a:prstGeom prst="ellipse">
            <a:avLst/>
          </a:prstGeom>
          <a:solidFill>
            <a:srgbClr val="1A2F0A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16052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6052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Dio charlas o workshops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10058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1234440"/>
            <a:ext cx="548640" cy="548640"/>
          </a:xfrm>
          <a:prstGeom prst="ellipse">
            <a:avLst/>
          </a:prstGeom>
          <a:solidFill>
            <a:srgbClr val="1A2F0A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👨‍💻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04088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Contribuidor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4088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Construyó para la comunidad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28346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rgbClr val="1A2F0A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280160" y="3063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Donante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8016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Apoyó via Lightning zaps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46120" y="28346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29000" y="3063240"/>
            <a:ext cx="548640" cy="548640"/>
          </a:xfrm>
          <a:prstGeom prst="ellipse">
            <a:avLst/>
          </a:prstGeom>
          <a:solidFill>
            <a:srgbClr val="1A2F0A"/>
          </a:solidFill>
          <a:ln/>
        </p:spPr>
      </p:sp>
      <p:sp>
        <p:nvSpPr>
          <p:cNvPr id="44" name="Text 42"/>
          <p:cNvSpPr/>
          <p:nvPr/>
        </p:nvSpPr>
        <p:spPr>
          <a:xfrm>
            <a:off x="342900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4160520" y="3063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Verificado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16052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Identidad confirmada por NIP-05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26480" y="28346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3063240"/>
            <a:ext cx="548640" cy="548640"/>
          </a:xfrm>
          <a:prstGeom prst="ellipse">
            <a:avLst/>
          </a:prstGeom>
          <a:solidFill>
            <a:srgbClr val="1A2F0A"/>
          </a:solidFill>
          <a:ln/>
        </p:spPr>
      </p:sp>
      <p:sp>
        <p:nvSpPr>
          <p:cNvPr id="49" name="Text 47"/>
          <p:cNvSpPr/>
          <p:nvPr/>
        </p:nvSpPr>
        <p:spPr>
          <a:xfrm>
            <a:off x="630936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7040880" y="3063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Miembro Core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04088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Contribuidor activo a largo plazo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21792"/>
            <a:ext cx="9144000" cy="18288"/>
          </a:xfrm>
          <a:prstGeom prst="rect">
            <a:avLst/>
          </a:prstGeom>
          <a:solidFill>
            <a:srgbClr val="B4F95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Real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65760" y="1005840"/>
            <a:ext cx="4023360" cy="3474720"/>
          </a:xfrm>
          <a:prstGeom prst="roundRect">
            <a:avLst>
              <a:gd name="adj" fmla="val 3947"/>
            </a:avLst>
          </a:prstGeom>
          <a:solidFill>
            <a:srgbClr val="171717"/>
          </a:solidFill>
          <a:ln w="19050">
            <a:solidFill>
              <a:srgbClr val="FF4D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 Antes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No se puede verificar quién es real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22128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Los impostores pasan desapercibidos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25968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Los estafadores se camuflan fácil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29809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Miembros nuevos no confían en nadie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3649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No hay sistema de reputación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3749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Los come empanadas andan sueltos 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1005840"/>
            <a:ext cx="4023360" cy="3474720"/>
          </a:xfrm>
          <a:prstGeom prst="roundRect">
            <a:avLst>
              <a:gd name="adj" fmla="val 3947"/>
            </a:avLst>
          </a:prstGeom>
          <a:solidFill>
            <a:srgbClr val="171717"/>
          </a:solidFill>
          <a:ln w="19050">
            <a:solidFill>
              <a:srgbClr val="B4F9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Después: Identity Hub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2920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Identidades verificadas con NIP-05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22128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Historial público de badges en relays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259689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Score de reputación para todos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29809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Verificación instantánea de cualquiera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33649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Nuevos miembros encuentran mentores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0" y="3749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Come empanadas = 0 badges 🚫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21792"/>
            <a:ext cx="9144000" cy="18288"/>
          </a:xfrm>
          <a:prstGeom prst="rect">
            <a:avLst/>
          </a:prstGeom>
          <a:solidFill>
            <a:srgbClr val="B4F95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Técnico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65760" y="100584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192024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NIP-05: Identidad DNS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242316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NIP-58: Badges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292608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NIP-57: Zaps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" y="34290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BIP-340: Schnorr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100584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474720" y="192024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Functions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0" y="242316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Runtime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0" y="292608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Firma Schnorr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74720" y="34290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de Relays Nostr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100584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5080" y="192024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Vanilla JS (SPA)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55080" y="242316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La Crypta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55080" y="292608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Nostr Tools SDK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55080" y="342900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Crypto API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21792"/>
            <a:ext cx="9144000" cy="18288"/>
          </a:xfrm>
          <a:prstGeom prst="rect">
            <a:avLst/>
          </a:prstGeom>
          <a:solidFill>
            <a:srgbClr val="B4F95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MVP: Plan de Construcción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65760" y="100584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171717"/>
          </a:solidFill>
          <a:ln w="12700">
            <a:solidFill>
              <a:srgbClr val="B4F95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128016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B4F95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Setup claves Nostr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Endpoint NIP-05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Esquema de DB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46120" y="100584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171717"/>
          </a:solidFill>
          <a:ln w="12700">
            <a:solidFill>
              <a:srgbClr val="B4F9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31920" y="128016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B4F95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4612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de Badges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52044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API de Badges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2044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Eventos NIP-58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2044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Lógica de emisión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26480" y="100584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171717"/>
          </a:solidFill>
          <a:ln w="12700">
            <a:solidFill>
              <a:srgbClr val="B4F95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12280" y="128016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B4F95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40080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UI de Perfil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Directorio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Página de verificación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21792"/>
            <a:ext cx="9144000" cy="18288"/>
          </a:xfrm>
          <a:prstGeom prst="rect">
            <a:avLst/>
          </a:prstGeom>
          <a:solidFill>
            <a:srgbClr val="B4F95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Vamos a Ganar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65760" y="100584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1097280"/>
            <a:ext cx="502920" cy="502920"/>
          </a:xfrm>
          <a:prstGeom prst="ellipse">
            <a:avLst/>
          </a:prstGeom>
          <a:solidFill>
            <a:srgbClr val="B4F953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Resuelve un Problema Real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Vivimos la estafa en carne propia. Esto no es teórico.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192024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B4F953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80160" y="1993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Construido sobre Estándares Abiertos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80160" y="2286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NIP-05, NIP-58, NIP-57 — protocolos Nostr probados.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283464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B4F953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80160" y="2907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Extiende POA-HDMP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8016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Evolución de nuestro sistema Proof of Attendance exitoso (v3.3).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374904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171717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B4F953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80160" y="38221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Útil desde el Día 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8016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comunidad de La Crypta se vuelve verificable inmediatamente.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Hagamos La Crypta</a:t>
            </a:r>
            <a:endParaRPr lang="en-US" sz="5200" dirty="0"/>
          </a:p>
          <a:p>
            <a:pPr algn="ctr"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Confiable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identidad verificable a la vez.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743200" y="3474720"/>
            <a:ext cx="3657600" cy="548640"/>
          </a:xfrm>
          <a:prstGeom prst="roundRect">
            <a:avLst>
              <a:gd name="adj" fmla="val 50000"/>
            </a:avLst>
          </a:prstGeom>
          <a:solidFill>
            <a:srgbClr val="B4F953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0" y="3474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Nostr Identity Hub  ↗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Abril 2026 — La Crypta — Nostr Identity &amp; Social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F9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Muerte a los come empanadas 💀🥟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Nostr Identity Hub - Hackathon Pitch</dc:title>
  <dc:subject>PptxGenJS Presentation</dc:subject>
  <dc:creator>La Crypta</dc:creator>
  <cp:lastModifiedBy>La Crypta</cp:lastModifiedBy>
  <cp:revision>1</cp:revision>
  <dcterms:created xsi:type="dcterms:W3CDTF">2026-04-02T12:35:05Z</dcterms:created>
  <dcterms:modified xsi:type="dcterms:W3CDTF">2026-04-02T12:35:05Z</dcterms:modified>
</cp:coreProperties>
</file>